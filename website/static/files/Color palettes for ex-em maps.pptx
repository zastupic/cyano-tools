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6C1E03-1D71-5D3A-F982-0370DC440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888DF6F-960F-5916-4B52-F50D8E359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0F4D93D-1088-443F-EE91-E32DC3C48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C7C7F-36E4-48E8-BAC3-20568E9BF979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FCF49D0-F228-F63C-67C9-C764AF496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BBD516-045E-B8EB-6EDD-C0109F7F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7F65-F3C7-4F3B-B423-E49B6FBAAC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476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306AF9-30EA-3695-6E73-F2630DEA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379227-E439-3A94-DAD9-A499BDF0B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F3AC411-783C-ED81-CC83-1E850E8D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C7C7F-36E4-48E8-BAC3-20568E9BF979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E024D00-3AE1-316B-BB79-92AE0C28B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8BB7A9-DE58-9EEB-5431-045BBA186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7F65-F3C7-4F3B-B423-E49B6FBAAC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61321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521859-4CE8-C2AD-0BE2-217FD9701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E86C09F-A1B0-0E21-675A-60BDFA387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67C9112-0337-9172-3F63-A917AA93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C7C7F-36E4-48E8-BAC3-20568E9BF979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56876CF-0304-42E8-2BFA-C9BEF20AB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4B16969-A4DA-1EFF-6ED2-F7658436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7F65-F3C7-4F3B-B423-E49B6FBAAC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94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F18194-24FC-E883-E502-B6121455C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FA978C3-7313-C9AB-465C-BB7F8A27B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A714C1F-46D7-462A-50F7-D960B30CF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D432890-CE0A-417B-3BCF-1B712B951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C7C7F-36E4-48E8-BAC3-20568E9BF979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5661A90-E2BC-2899-91CB-3AFF844AB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49C81FE-4434-C50C-B1E1-D4069804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7F65-F3C7-4F3B-B423-E49B6FBAAC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55324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601EBD-AC75-6652-A871-77B1EA585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27A31B-C3B7-AEC3-EE8C-5E971DB5F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D86B5C6-1F85-7D8D-028E-B80A5BC94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D516417-6D87-C557-51B1-473E7A3BB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74997111-277B-5E00-4055-E0726F8A0D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023052C-2FA1-48B9-3685-C37C99136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C7C7F-36E4-48E8-BAC3-20568E9BF979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826787E-16A4-2CDB-9E39-A87516AC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B0ECE927-0E4D-2ED9-11F6-DCF3E9310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7F65-F3C7-4F3B-B423-E49B6FBAAC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5716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76E082-52C9-0FC0-358E-58AAC9F4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88DD490-C683-3597-3B89-059D3CC70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C7C7F-36E4-48E8-BAC3-20568E9BF979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16AF60A-AA98-43BC-B722-80706849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C26DC0B-804E-02CC-F22F-9623965F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7F65-F3C7-4F3B-B423-E49B6FBAAC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32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4E7CBD62-5048-69EE-F582-6DB92C128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C7C7F-36E4-48E8-BAC3-20568E9BF979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0AC765D-E98C-FE12-C32E-6B4D73C0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6B50F58-0870-9BA5-3024-A52A0716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7F65-F3C7-4F3B-B423-E49B6FBAAC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636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263C09-89CB-733D-26B8-F6550B538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2768889-205E-8FE7-28A1-C80FF5CB0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6EAC4B7-420B-1C79-25E3-CB1A5C42F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F997224-FC32-B726-48AD-E88E73DCC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C7C7F-36E4-48E8-BAC3-20568E9BF979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097B569-FA0A-A866-4C7D-C5411B52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9F852A5-4800-60B2-1146-9557BE4DC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7F65-F3C7-4F3B-B423-E49B6FBAAC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1005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0554BE-5BA7-2080-6614-1B94CB1A4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85868773-B00B-BA85-D5D3-3C4B781F0C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677FB7D-387C-79A4-0277-F28928C30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D0C7F74-46E9-1BD6-832D-BDCD90CD7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C7C7F-36E4-48E8-BAC3-20568E9BF979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1DEEF65-0038-5052-B41B-CE38B7484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25E261-7300-FE5F-59CE-96E2B3F7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7F65-F3C7-4F3B-B423-E49B6FBAAC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41488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796228-D07D-F16E-93A5-7454C4407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092A848-15EA-E6FC-3808-D609B898E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6102304-599C-1923-76F4-D12A153D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C7C7F-36E4-48E8-BAC3-20568E9BF979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B8BD929-8F3E-DE89-8C19-1010C7446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6696DBB-261B-6BCC-57DB-7ECEFD4FD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7F65-F3C7-4F3B-B423-E49B6FBAAC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5924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C586EC26-55C3-B288-A72B-115CA16EC8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E45245F-01E2-5427-17FF-4079DD803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1338891-F98C-90BB-9CBA-F7D47AA82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C7C7F-36E4-48E8-BAC3-20568E9BF979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3B3764B-1342-EE73-D9A2-A296B9B2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93E9133-940F-C571-5C5B-97C896AD1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7F65-F3C7-4F3B-B423-E49B6FBAAC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096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AF5EAD1-7FB6-C9A1-0640-45B035431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D827491-7EC6-8BB1-4982-45D7FC90C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E8CE2B0-D94E-0154-F44A-81AB4D5C1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0C7C7F-36E4-48E8-BAC3-20568E9BF979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7377961-2BA6-4EBA-1E41-B47918C609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8B2344E-6BEB-696E-A8E7-24AA16D7E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E7F65-F3C7-4F3B-B423-E49B6FBAAC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0081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Skupina 22">
            <a:extLst>
              <a:ext uri="{FF2B5EF4-FFF2-40B4-BE49-F238E27FC236}">
                <a16:creationId xmlns:a16="http://schemas.microsoft.com/office/drawing/2014/main" id="{D14A3C2B-2788-3576-A25A-DF34FAEAC5C3}"/>
              </a:ext>
            </a:extLst>
          </p:cNvPr>
          <p:cNvGrpSpPr/>
          <p:nvPr/>
        </p:nvGrpSpPr>
        <p:grpSpPr>
          <a:xfrm>
            <a:off x="0" y="3969591"/>
            <a:ext cx="3542856" cy="2888409"/>
            <a:chOff x="-1" y="3619781"/>
            <a:chExt cx="3971925" cy="3238219"/>
          </a:xfrm>
        </p:grpSpPr>
        <p:pic>
          <p:nvPicPr>
            <p:cNvPr id="7" name="Obrázek 6" descr="Obsah obrázku text, snímek obrazovky, Barevnost, diagram&#10;&#10;Obsah generovaný pomocí AI může být nesprávný.">
              <a:extLst>
                <a:ext uri="{FF2B5EF4-FFF2-40B4-BE49-F238E27FC236}">
                  <a16:creationId xmlns:a16="http://schemas.microsoft.com/office/drawing/2014/main" id="{D2D5D0BD-D4F8-108E-FE1D-29DEB7EB1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4089110"/>
              <a:ext cx="3971925" cy="2768890"/>
            </a:xfrm>
            <a:prstGeom prst="rect">
              <a:avLst/>
            </a:prstGeom>
          </p:spPr>
        </p:pic>
        <p:sp>
          <p:nvSpPr>
            <p:cNvPr id="8" name="TextovéPole 7">
              <a:extLst>
                <a:ext uri="{FF2B5EF4-FFF2-40B4-BE49-F238E27FC236}">
                  <a16:creationId xmlns:a16="http://schemas.microsoft.com/office/drawing/2014/main" id="{B2261F2A-7029-C7C4-86F9-AD2718CE12D5}"/>
                </a:ext>
              </a:extLst>
            </p:cNvPr>
            <p:cNvSpPr txBox="1"/>
            <p:nvPr/>
          </p:nvSpPr>
          <p:spPr>
            <a:xfrm>
              <a:off x="1000123" y="3619781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Nipy_spectral</a:t>
              </a:r>
              <a:endParaRPr lang="cs-CZ" dirty="0"/>
            </a:p>
          </p:txBody>
        </p:sp>
      </p:grpSp>
      <p:grpSp>
        <p:nvGrpSpPr>
          <p:cNvPr id="24" name="Skupina 23">
            <a:extLst>
              <a:ext uri="{FF2B5EF4-FFF2-40B4-BE49-F238E27FC236}">
                <a16:creationId xmlns:a16="http://schemas.microsoft.com/office/drawing/2014/main" id="{8F250BD4-37D9-DAC4-5146-5A7EA65DE837}"/>
              </a:ext>
            </a:extLst>
          </p:cNvPr>
          <p:cNvGrpSpPr/>
          <p:nvPr/>
        </p:nvGrpSpPr>
        <p:grpSpPr>
          <a:xfrm>
            <a:off x="3542856" y="3948819"/>
            <a:ext cx="3481955" cy="2820834"/>
            <a:chOff x="4076083" y="3619781"/>
            <a:chExt cx="3903648" cy="3162460"/>
          </a:xfrm>
        </p:grpSpPr>
        <p:pic>
          <p:nvPicPr>
            <p:cNvPr id="11" name="Obrázek 10" descr="Obsah obrázku text, snímek obrazovky, Barevnost, Vykreslený graf&#10;&#10;Obsah generovaný pomocí AI může být nesprávný.">
              <a:extLst>
                <a:ext uri="{FF2B5EF4-FFF2-40B4-BE49-F238E27FC236}">
                  <a16:creationId xmlns:a16="http://schemas.microsoft.com/office/drawing/2014/main" id="{BCBA667C-022B-76CE-6716-7DEAC45CF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76083" y="3989113"/>
              <a:ext cx="3903648" cy="2793128"/>
            </a:xfrm>
            <a:prstGeom prst="rect">
              <a:avLst/>
            </a:prstGeom>
          </p:spPr>
        </p:pic>
        <p:sp>
          <p:nvSpPr>
            <p:cNvPr id="12" name="TextovéPole 11">
              <a:extLst>
                <a:ext uri="{FF2B5EF4-FFF2-40B4-BE49-F238E27FC236}">
                  <a16:creationId xmlns:a16="http://schemas.microsoft.com/office/drawing/2014/main" id="{EB83E640-01B7-0B37-F0B7-15D9662524EA}"/>
                </a:ext>
              </a:extLst>
            </p:cNvPr>
            <p:cNvSpPr txBox="1"/>
            <p:nvPr/>
          </p:nvSpPr>
          <p:spPr>
            <a:xfrm>
              <a:off x="4890419" y="3619781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CMRmap</a:t>
              </a:r>
              <a:endParaRPr lang="cs-CZ" dirty="0"/>
            </a:p>
          </p:txBody>
        </p:sp>
      </p:grpSp>
      <p:grpSp>
        <p:nvGrpSpPr>
          <p:cNvPr id="20" name="Skupina 19">
            <a:extLst>
              <a:ext uri="{FF2B5EF4-FFF2-40B4-BE49-F238E27FC236}">
                <a16:creationId xmlns:a16="http://schemas.microsoft.com/office/drawing/2014/main" id="{405B7B94-7B89-9F00-1D13-2F24221F0D24}"/>
              </a:ext>
            </a:extLst>
          </p:cNvPr>
          <p:cNvGrpSpPr/>
          <p:nvPr/>
        </p:nvGrpSpPr>
        <p:grpSpPr>
          <a:xfrm>
            <a:off x="9706178" y="81599"/>
            <a:ext cx="2485822" cy="2652458"/>
            <a:chOff x="9376527" y="81598"/>
            <a:chExt cx="2815473" cy="3004207"/>
          </a:xfrm>
        </p:grpSpPr>
        <p:pic>
          <p:nvPicPr>
            <p:cNvPr id="14" name="Obrázek 13" descr="Obsah obrázku text, snímek obrazovky, Barevnost, Multimediální software&#10;&#10;Obsah generovaný pomocí AI může být nesprávný.">
              <a:extLst>
                <a:ext uri="{FF2B5EF4-FFF2-40B4-BE49-F238E27FC236}">
                  <a16:creationId xmlns:a16="http://schemas.microsoft.com/office/drawing/2014/main" id="{428E4EDE-0B79-4962-82A3-7875833CD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76527" y="450930"/>
              <a:ext cx="2815473" cy="2634875"/>
            </a:xfrm>
            <a:prstGeom prst="rect">
              <a:avLst/>
            </a:prstGeom>
          </p:spPr>
        </p:pic>
        <p:sp>
          <p:nvSpPr>
            <p:cNvPr id="15" name="TextovéPole 14">
              <a:extLst>
                <a:ext uri="{FF2B5EF4-FFF2-40B4-BE49-F238E27FC236}">
                  <a16:creationId xmlns:a16="http://schemas.microsoft.com/office/drawing/2014/main" id="{FC22CD07-AA13-5033-412A-406FB1D2ECFB}"/>
                </a:ext>
              </a:extLst>
            </p:cNvPr>
            <p:cNvSpPr txBox="1"/>
            <p:nvPr/>
          </p:nvSpPr>
          <p:spPr>
            <a:xfrm>
              <a:off x="9866519" y="81598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Jasco-default</a:t>
              </a:r>
              <a:endParaRPr lang="cs-CZ" dirty="0"/>
            </a:p>
          </p:txBody>
        </p:sp>
      </p:grpSp>
      <p:grpSp>
        <p:nvGrpSpPr>
          <p:cNvPr id="21" name="Skupina 20">
            <a:extLst>
              <a:ext uri="{FF2B5EF4-FFF2-40B4-BE49-F238E27FC236}">
                <a16:creationId xmlns:a16="http://schemas.microsoft.com/office/drawing/2014/main" id="{C6822A89-89C8-C98E-EE85-47B3715E4AC7}"/>
              </a:ext>
            </a:extLst>
          </p:cNvPr>
          <p:cNvGrpSpPr/>
          <p:nvPr/>
        </p:nvGrpSpPr>
        <p:grpSpPr>
          <a:xfrm>
            <a:off x="3483761" y="88347"/>
            <a:ext cx="3471874" cy="2796208"/>
            <a:chOff x="3483761" y="88347"/>
            <a:chExt cx="3471874" cy="2796208"/>
          </a:xfrm>
        </p:grpSpPr>
        <p:pic>
          <p:nvPicPr>
            <p:cNvPr id="17" name="Obrázek 16" descr="Obsah obrázku text, snímek obrazovky, Barevnost&#10;&#10;Obsah generovaný pomocí AI může být nesprávný.">
              <a:extLst>
                <a:ext uri="{FF2B5EF4-FFF2-40B4-BE49-F238E27FC236}">
                  <a16:creationId xmlns:a16="http://schemas.microsoft.com/office/drawing/2014/main" id="{36CE9DC0-026B-770A-7163-6861718BB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83761" y="450930"/>
              <a:ext cx="3471874" cy="2433625"/>
            </a:xfrm>
            <a:prstGeom prst="rect">
              <a:avLst/>
            </a:prstGeom>
          </p:spPr>
        </p:pic>
        <p:sp>
          <p:nvSpPr>
            <p:cNvPr id="19" name="TextovéPole 18">
              <a:extLst>
                <a:ext uri="{FF2B5EF4-FFF2-40B4-BE49-F238E27FC236}">
                  <a16:creationId xmlns:a16="http://schemas.microsoft.com/office/drawing/2014/main" id="{55B767B1-0075-FC48-CAB2-75952A3F182D}"/>
                </a:ext>
              </a:extLst>
            </p:cNvPr>
            <p:cNvSpPr txBox="1"/>
            <p:nvPr/>
          </p:nvSpPr>
          <p:spPr>
            <a:xfrm>
              <a:off x="4056232" y="88347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Custom 2</a:t>
              </a:r>
              <a:endParaRPr lang="cs-CZ" dirty="0"/>
            </a:p>
          </p:txBody>
        </p:sp>
      </p:grpSp>
      <p:grpSp>
        <p:nvGrpSpPr>
          <p:cNvPr id="22" name="Skupina 21">
            <a:extLst>
              <a:ext uri="{FF2B5EF4-FFF2-40B4-BE49-F238E27FC236}">
                <a16:creationId xmlns:a16="http://schemas.microsoft.com/office/drawing/2014/main" id="{0B6CF4CE-615A-D96F-9806-F4718AB3F7CC}"/>
              </a:ext>
            </a:extLst>
          </p:cNvPr>
          <p:cNvGrpSpPr/>
          <p:nvPr/>
        </p:nvGrpSpPr>
        <p:grpSpPr>
          <a:xfrm>
            <a:off x="1" y="81598"/>
            <a:ext cx="3355848" cy="2791235"/>
            <a:chOff x="1" y="81598"/>
            <a:chExt cx="3355848" cy="2791235"/>
          </a:xfrm>
        </p:grpSpPr>
        <p:pic>
          <p:nvPicPr>
            <p:cNvPr id="5" name="Obrázek 4" descr="Obsah obrázku snímek obrazovky, Barevnost&#10;&#10;Obsah generovaný pomocí AI může být nesprávný.">
              <a:extLst>
                <a:ext uri="{FF2B5EF4-FFF2-40B4-BE49-F238E27FC236}">
                  <a16:creationId xmlns:a16="http://schemas.microsoft.com/office/drawing/2014/main" id="{D1701768-E339-935B-294A-8B12099BD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67422"/>
            <a:stretch>
              <a:fillRect/>
            </a:stretch>
          </p:blipFill>
          <p:spPr>
            <a:xfrm>
              <a:off x="1" y="414042"/>
              <a:ext cx="3355848" cy="2458791"/>
            </a:xfrm>
            <a:prstGeom prst="rect">
              <a:avLst/>
            </a:prstGeom>
          </p:spPr>
        </p:pic>
        <p:sp>
          <p:nvSpPr>
            <p:cNvPr id="18" name="TextovéPole 17">
              <a:extLst>
                <a:ext uri="{FF2B5EF4-FFF2-40B4-BE49-F238E27FC236}">
                  <a16:creationId xmlns:a16="http://schemas.microsoft.com/office/drawing/2014/main" id="{E410E465-B7EE-79C4-B998-0FA6AC3BFDD0}"/>
                </a:ext>
              </a:extLst>
            </p:cNvPr>
            <p:cNvSpPr txBox="1"/>
            <p:nvPr/>
          </p:nvSpPr>
          <p:spPr>
            <a:xfrm>
              <a:off x="575240" y="81598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Custom 1</a:t>
              </a:r>
              <a:endParaRPr lang="cs-CZ" dirty="0"/>
            </a:p>
          </p:txBody>
        </p:sp>
      </p:grpSp>
      <p:pic>
        <p:nvPicPr>
          <p:cNvPr id="28" name="Obrázek 27" descr="Obsah obrázku text, snímek obrazovky, Barevnost&#10;&#10;Obsah generovaný pomocí AI může být nesprávný.">
            <a:extLst>
              <a:ext uri="{FF2B5EF4-FFF2-40B4-BE49-F238E27FC236}">
                <a16:creationId xmlns:a16="http://schemas.microsoft.com/office/drawing/2014/main" id="{A61C7142-A15B-A444-AE16-DEF8296AA4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8290" y="432683"/>
            <a:ext cx="3145968" cy="227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1957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</Words>
  <Application>Microsoft Office PowerPoint</Application>
  <PresentationFormat>Širokoúhlá obrazovka</PresentationFormat>
  <Paragraphs>5</Paragraphs>
  <Slides>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Motiv Office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Zavřel</dc:creator>
  <cp:lastModifiedBy>Tomáš Zavřel</cp:lastModifiedBy>
  <cp:revision>4</cp:revision>
  <dcterms:created xsi:type="dcterms:W3CDTF">2026-01-27T18:09:03Z</dcterms:created>
  <dcterms:modified xsi:type="dcterms:W3CDTF">2026-01-27T18:34:08Z</dcterms:modified>
</cp:coreProperties>
</file>