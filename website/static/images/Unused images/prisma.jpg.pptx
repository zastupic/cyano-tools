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719931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340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178222"/>
            <a:ext cx="6119416" cy="2506427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3781306"/>
            <a:ext cx="5399485" cy="1738167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FA56B-CB4F-4D43-A9C8-52ACA7D63E3A}" type="datetimeFigureOut">
              <a:rPr lang="cs-CZ" smtClean="0"/>
              <a:t>28.11.2025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B8170-1DC1-40FE-98E7-53C788E9F4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2985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FA56B-CB4F-4D43-A9C8-52ACA7D63E3A}" type="datetimeFigureOut">
              <a:rPr lang="cs-CZ" smtClean="0"/>
              <a:t>28.11.2025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B8170-1DC1-40FE-98E7-53C788E9F4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56019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794831"/>
            <a:ext cx="6209407" cy="2994714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4817876"/>
            <a:ext cx="6209407" cy="1574849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FA56B-CB4F-4D43-A9C8-52ACA7D63E3A}" type="datetimeFigureOut">
              <a:rPr lang="cs-CZ" smtClean="0"/>
              <a:t>28.11.2025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B8170-1DC1-40FE-98E7-53C788E9F4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0853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916484"/>
            <a:ext cx="3059708" cy="456789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916484"/>
            <a:ext cx="3059708" cy="456789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FA56B-CB4F-4D43-A9C8-52ACA7D63E3A}" type="datetimeFigureOut">
              <a:rPr lang="cs-CZ" smtClean="0"/>
              <a:t>28.11.2025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B8170-1DC1-40FE-98E7-53C788E9F4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40445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383299"/>
            <a:ext cx="6209407" cy="1391534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764832"/>
            <a:ext cx="3045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2629749"/>
            <a:ext cx="3045646" cy="3867965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764832"/>
            <a:ext cx="3060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2629749"/>
            <a:ext cx="3060646" cy="3867965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FA56B-CB4F-4D43-A9C8-52ACA7D63E3A}" type="datetimeFigureOut">
              <a:rPr lang="cs-CZ" smtClean="0"/>
              <a:t>28.11.2025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B8170-1DC1-40FE-98E7-53C788E9F4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74869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FA56B-CB4F-4D43-A9C8-52ACA7D63E3A}" type="datetimeFigureOut">
              <a:rPr lang="cs-CZ" smtClean="0"/>
              <a:t>28.11.2025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B8170-1DC1-40FE-98E7-53C788E9F4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80645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FA56B-CB4F-4D43-A9C8-52ACA7D63E3A}" type="datetimeFigureOut">
              <a:rPr lang="cs-CZ" smtClean="0"/>
              <a:t>28.11.2025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B8170-1DC1-40FE-98E7-53C788E9F4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1558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036570"/>
            <a:ext cx="3644652" cy="5116178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FA56B-CB4F-4D43-A9C8-52ACA7D63E3A}" type="datetimeFigureOut">
              <a:rPr lang="cs-CZ" smtClean="0"/>
              <a:t>28.11.2025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B8170-1DC1-40FE-98E7-53C788E9F4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1294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036570"/>
            <a:ext cx="3644652" cy="5116178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FA56B-CB4F-4D43-A9C8-52ACA7D63E3A}" type="datetimeFigureOut">
              <a:rPr lang="cs-CZ" smtClean="0"/>
              <a:t>28.11.2025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B8170-1DC1-40FE-98E7-53C788E9F4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55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FA56B-CB4F-4D43-A9C8-52ACA7D63E3A}" type="datetimeFigureOut">
              <a:rPr lang="cs-CZ" smtClean="0"/>
              <a:t>28.11.2025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B8170-1DC1-40FE-98E7-53C788E9F4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81095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383297"/>
            <a:ext cx="1552352" cy="6101085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383297"/>
            <a:ext cx="4567064" cy="6101085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FA56B-CB4F-4D43-A9C8-52ACA7D63E3A}" type="datetimeFigureOut">
              <a:rPr lang="cs-CZ" smtClean="0"/>
              <a:t>28.11.2025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B8170-1DC1-40FE-98E7-53C788E9F4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24423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383299"/>
            <a:ext cx="620940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916484"/>
            <a:ext cx="620940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FA56B-CB4F-4D43-A9C8-52ACA7D63E3A}" type="datetimeFigureOut">
              <a:rPr lang="cs-CZ" smtClean="0"/>
              <a:t>28.11.2025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CB8170-1DC1-40FE-98E7-53C788E9F4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23900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Skupina 14">
            <a:extLst>
              <a:ext uri="{FF2B5EF4-FFF2-40B4-BE49-F238E27FC236}">
                <a16:creationId xmlns:a16="http://schemas.microsoft.com/office/drawing/2014/main" id="{B9EA1C9A-EB2E-AA86-8A41-6B8F7A06869D}"/>
              </a:ext>
            </a:extLst>
          </p:cNvPr>
          <p:cNvGrpSpPr/>
          <p:nvPr/>
        </p:nvGrpSpPr>
        <p:grpSpPr>
          <a:xfrm>
            <a:off x="0" y="1187185"/>
            <a:ext cx="7199313" cy="5369964"/>
            <a:chOff x="0" y="1199885"/>
            <a:chExt cx="7199313" cy="5369964"/>
          </a:xfrm>
        </p:grpSpPr>
        <p:pic>
          <p:nvPicPr>
            <p:cNvPr id="9" name="Obrázek 8" descr="Obsah obrázku stroj/přístroj, nářadí, vrtání, červená&#10;&#10;Obsah generovaný pomocí AI může být nesprávný.">
              <a:extLst>
                <a:ext uri="{FF2B5EF4-FFF2-40B4-BE49-F238E27FC236}">
                  <a16:creationId xmlns:a16="http://schemas.microsoft.com/office/drawing/2014/main" id="{B8A0B069-009A-D03E-B2D0-EEA7A1B6A6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5F5F5"/>
                </a:clrFrom>
                <a:clrTo>
                  <a:srgbClr val="F5F5F5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199885"/>
              <a:ext cx="7199313" cy="4799542"/>
            </a:xfrm>
            <a:prstGeom prst="rect">
              <a:avLst/>
            </a:prstGeom>
          </p:spPr>
        </p:pic>
        <p:sp>
          <p:nvSpPr>
            <p:cNvPr id="10" name="Obdélník 9">
              <a:extLst>
                <a:ext uri="{FF2B5EF4-FFF2-40B4-BE49-F238E27FC236}">
                  <a16:creationId xmlns:a16="http://schemas.microsoft.com/office/drawing/2014/main" id="{008D4F9F-2C86-545F-1E8B-844842392940}"/>
                </a:ext>
              </a:extLst>
            </p:cNvPr>
            <p:cNvSpPr/>
            <p:nvPr/>
          </p:nvSpPr>
          <p:spPr>
            <a:xfrm rot="731448">
              <a:off x="1105368" y="5106989"/>
              <a:ext cx="3848772" cy="14628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1" name="Obdélník 10">
              <a:extLst>
                <a:ext uri="{FF2B5EF4-FFF2-40B4-BE49-F238E27FC236}">
                  <a16:creationId xmlns:a16="http://schemas.microsoft.com/office/drawing/2014/main" id="{32613FA5-B6BB-D414-F932-B963466C6A40}"/>
                </a:ext>
              </a:extLst>
            </p:cNvPr>
            <p:cNvSpPr/>
            <p:nvPr/>
          </p:nvSpPr>
          <p:spPr>
            <a:xfrm rot="5241916">
              <a:off x="351601" y="3990397"/>
              <a:ext cx="2153974" cy="14628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2" name="Obdélník 11">
              <a:extLst>
                <a:ext uri="{FF2B5EF4-FFF2-40B4-BE49-F238E27FC236}">
                  <a16:creationId xmlns:a16="http://schemas.microsoft.com/office/drawing/2014/main" id="{E7177853-9414-12DE-416E-EBBD2E96147C}"/>
                </a:ext>
              </a:extLst>
            </p:cNvPr>
            <p:cNvSpPr/>
            <p:nvPr/>
          </p:nvSpPr>
          <p:spPr>
            <a:xfrm rot="20057775">
              <a:off x="4646862" y="5185721"/>
              <a:ext cx="2153974" cy="83105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3" name="Obdélník 12">
              <a:extLst>
                <a:ext uri="{FF2B5EF4-FFF2-40B4-BE49-F238E27FC236}">
                  <a16:creationId xmlns:a16="http://schemas.microsoft.com/office/drawing/2014/main" id="{2F0F8436-41D8-D404-FF73-F5232DCE4113}"/>
                </a:ext>
              </a:extLst>
            </p:cNvPr>
            <p:cNvSpPr/>
            <p:nvPr/>
          </p:nvSpPr>
          <p:spPr>
            <a:xfrm rot="16200000">
              <a:off x="5983557" y="4855794"/>
              <a:ext cx="641649" cy="2842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3638166766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Moti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i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0</Words>
  <Application>Microsoft Office PowerPoint</Application>
  <PresentationFormat>Vlastní</PresentationFormat>
  <Paragraphs>0</Paragraphs>
  <Slides>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Motiv Office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Tomáš Zavřel</dc:creator>
  <cp:lastModifiedBy>Tomáš Zavřel</cp:lastModifiedBy>
  <cp:revision>3</cp:revision>
  <dcterms:created xsi:type="dcterms:W3CDTF">2025-11-28T19:40:56Z</dcterms:created>
  <dcterms:modified xsi:type="dcterms:W3CDTF">2025-11-28T19:48:48Z</dcterms:modified>
</cp:coreProperties>
</file>